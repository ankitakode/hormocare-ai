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3657600" cy="365760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spcAft>
                <a:spcPts val="0"/>
              </a:spcAft>
              <a:defRPr sz="6000" b="0">
                <a:solidFill>
                  <a:srgbClr val="2C3E50"/>
                </a:solidFill>
                <a:latin typeface="Calibri"/>
              </a:defRPr>
            </a:pPr>
            <a:r>
              <a:t>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20"/>
              </a:lnSpc>
              <a:spcAft>
                <a:spcPts val="0"/>
              </a:spcAft>
              <a:defRPr sz="5400" b="1">
                <a:solidFill>
                  <a:srgbClr val="FF6B9D"/>
                </a:solidFill>
                <a:latin typeface="Calibri"/>
              </a:defRPr>
            </a:pPr>
            <a:r>
              <a:t>HormoCare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80"/>
              </a:lnSpc>
              <a:spcAft>
                <a:spcPts val="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AI-Powered Early PCOS Detection for Indian Women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206240"/>
            <a:ext cx="210312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Because no woman should suffer in silence</a:t>
            </a:r>
            <a:br/>
            <a:r>
              <a:t>from an undiagnosed condition that affects 1 in 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The Silent Health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PCOS is the most common hormonal disorder in women of reproductive age — yet it remains invisible.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of Indian women</a:t>
            </a:r>
            <a:br/>
            <a:r>
              <a:t>have 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100+ million women affected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5603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5603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F39C12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of cases go</a:t>
            </a:r>
            <a:br/>
            <a:r>
              <a:t>undiagnosed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Average delay: 2-3 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5603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2560320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C44569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risk of developing</a:t>
            </a:r>
            <a:br/>
            <a:r>
              <a:t>Type 2 Diabetes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Without early intervention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5603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011680"/>
            <a:ext cx="256032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ECDC4"/>
                </a:solidFill>
                <a:latin typeface="Calibri"/>
              </a:defRPr>
            </a:pPr>
            <a:r>
              <a:t>2–3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average time</a:t>
            </a:r>
            <a:br/>
            <a:r>
              <a:t>to diagnosis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Precious time lost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⚠️  Irregular periods are normalised and ignored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⚠️  Women don't track symptoms systematically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229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⚠️  Delayed diagnosis → infertility, obesity, diabetes, depression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070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⚠️  No early-screening tool designed for Indian women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Why Current Solutions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00584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✗  Generic Period Trackers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Only track dates — completely miss hormonal symptoms like acne, hair loss, weight gain, and mood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100584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✗  No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Zero intelligence — they log data but never analyse patterns or warn about PCOS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0" cy="100584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✗  Not India-Specific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Western-centric apps ignore Indian dietary habits, genetic predisposition, and lifestyle factors.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5029200" cy="100584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✗  Reactive, Not Preventive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Women only seek help after complications appear. There is no tool pushing early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F0FFF5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2ECC71"/>
                </a:solidFill>
                <a:latin typeface="Calibri"/>
              </a:defRPr>
            </a:pPr>
            <a:r>
              <a:t>🎯  The Gap We Fill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194560"/>
            <a:ext cx="13716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Zero AI-powered PCOS screening tools for Indian 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100M+ women need early detection —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750M+ smartphone users in 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977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Government actively pushing digital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80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Young women increasingly health-aware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983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→  Preventive care saves lives and suffering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Introducing HormoCare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 comprehensive AI-powered PCOS early-detection and care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6B9D"/>
                </a:solidFill>
                <a:latin typeface="Calibri"/>
              </a:defRPr>
            </a:pPr>
            <a:r>
              <a:t>📊  Smart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Menstrual cycle patterns &amp; irregularity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Weight changes &amp; BMI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Acne severity (1–5 visual scale)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Hair fall &amp; excess body hair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Mood swings &amp; sleep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Family history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920240"/>
            <a:ext cx="3474720" cy="43891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1920240"/>
            <a:ext cx="347472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ECDC4"/>
                </a:solidFill>
                <a:latin typeface="Calibri"/>
              </a:defRPr>
            </a:pPr>
            <a:r>
              <a:t>🧠  AI Risk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15+ symptom parameter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Weighted scoring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Cycle: 40% • Weight: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Hormonal: 30% • Lifestyle: 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Colour-coded risk (Green / Yellow / 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Trend detection across weeks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920240"/>
            <a:ext cx="3474720" cy="438912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920240"/>
            <a:ext cx="34747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💡  Personalised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PCOS-friendly Indian diet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Customised exercise routines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Supplement guidance (Myo-inositol, Vit 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Doctor consultation timing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Mental health &amp; stress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▸  Educational health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How the AI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 rule-based intelligent system that analyses patterns no human eye can catch early enough.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1680" cy="2194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2C3E50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User logs symptoms</a:t>
            </a:r>
            <a:br/>
            <a:r>
              <a:t>daily in &lt; 1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920240"/>
            <a:ext cx="2011680" cy="2194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Pattern</a:t>
            </a:r>
            <a:br/>
            <a: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Algorithm spots</a:t>
            </a:r>
            <a:br/>
            <a:r>
              <a:t>irregularity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920240"/>
            <a:ext cx="2011680" cy="2194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2C3E5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Risk</a:t>
            </a:r>
            <a:br/>
            <a:r>
              <a:t>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Weighted analysis</a:t>
            </a:r>
            <a:br/>
            <a:r>
              <a:t>across 15+ factors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920240"/>
            <a:ext cx="2011680" cy="2194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2C3E5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Risk</a:t>
            </a:r>
            <a:br/>
            <a:r>
              <a:t>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Green / Yellow / Red</a:t>
            </a:r>
            <a:br/>
            <a:r>
              <a:t>with %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1920240"/>
            <a:ext cx="2011680" cy="2194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2C3E50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Action</a:t>
            </a:r>
            <a:br/>
            <a: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F8C8D"/>
                </a:solidFill>
                <a:latin typeface="Calibri"/>
              </a:defRPr>
            </a:pPr>
            <a:r>
              <a:t>Personalised next</a:t>
            </a:r>
            <a:br/>
            <a:r>
              <a:t>steps &amp; care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F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44569"/>
                </a:solidFill>
                <a:latin typeface="Calibri"/>
              </a:defRPr>
            </a:pPr>
            <a:r>
              <a:t>Risk Algorithm Formula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PCOS Risk Score  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21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  (Cycle Irregularity Analysis  ×  40%)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144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+ (Weight &amp; BMI Trend Analysis  ×  20%)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907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+ (Hormonal Symptoms Score        ×  30%)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199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onsolas"/>
              </a:defRPr>
            </a:pPr>
            <a:r>
              <a:t> + (Lifestyle &amp; Family Risk           ×  10%)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617720"/>
            <a:ext cx="45720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Cycle &gt; 35 days  +  acne  +  weight gain  +  hair fall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212080"/>
            <a:ext cx="45720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257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Irregular cycle  +  hair fall  or  acne alone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5806440"/>
            <a:ext cx="45720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852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Regular cycle  +  no hormonal symptoms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User Journey — 4 Simple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645920"/>
            <a:ext cx="731520" cy="73152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6B9D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Profile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Enter age, weight, height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Family history of PCOS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Current medications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Lifestyle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63040"/>
            <a:ext cx="26517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1645920"/>
            <a:ext cx="731520" cy="7315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4ECDC4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Daily Symptom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Period date &amp;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Acne level (1–5 scale)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Hair fall (Low / Med / High)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Mood &amp; sleep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1463040"/>
            <a:ext cx="26517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69479" y="164592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39C12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AI Risk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Risk score 0–100%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Green / Yellow / Red indicator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Key risk factors listed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Trend graph over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6B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19" y="1463040"/>
            <a:ext cx="26517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9839" y="164592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39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599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599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Care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39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Personalised diet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39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Exercise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39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Supplement reminders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39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✓  Doctor consultation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The Change We're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Impact that matters — measured in lives changed, not just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Early Detection Saves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Catching PCOS 2-3 years earlier means preventing irreversible damage — infertility, chronic diabetes, cardiovascular disease. One notification can change a woman's entire future.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385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6B9D"/>
                </a:solidFill>
                <a:latin typeface="Calibri"/>
              </a:defRPr>
            </a:pPr>
            <a:r>
              <a:t>Breaking the Silence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Millions of women normalise irregular periods and suffer alone. HormoCare creates awareness at scale — teaching women that these symptoms are not 'normal' and help exists.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930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4ECDC4"/>
                </a:solidFill>
                <a:latin typeface="Calibri"/>
              </a:defRPr>
            </a:pPr>
            <a:r>
              <a:t>Culturally Relevant Healthcare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404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Built for Indian women — understanding local diets, family dynamics, and social barriers that prevent women from seeking help. Healthcare that speaks their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930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t>Bridging Doctor Access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404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In rural and semi-urban India, gynaecologist access is limited. AI-powered pre-screening helps women know when professional help is truly urgent, reducing unnecessary delays.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474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t>Empowering Self-Advocacy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3949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Armed with data and risk reports, women can walk into a doctor's office with evidence — not dismissed with 'it's just stress'. Data gives them a voice.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37760"/>
            <a:ext cx="5394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5B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474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45B7D1"/>
                </a:solidFill>
                <a:latin typeface="Calibri"/>
              </a:defRPr>
            </a:pPr>
            <a:r>
              <a:t>Reducing Family Burden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949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Untreated PCOS leads to fertility issues, mental health struggles, and long-term disease. Early intervention protects not just the woman, but her entire family's wellbeing.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Innovation That Sets Us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6B9D"/>
                </a:solidFill>
                <a:latin typeface="Calibri"/>
              </a:defRPr>
            </a:pPr>
            <a:r>
              <a:t>📊  Cycle Irregularity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Visual trend showing cycle patterns over months — making the invisible visible for both users and doctors.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ECDC4"/>
                </a:solidFill>
                <a:latin typeface="Calibri"/>
              </a:defRPr>
            </a:pPr>
            <a:r>
              <a:t>🤖  Health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24/7 conversational AI answering hormonal health questions, reducing anxiety and spreading awareness.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t>🧠  Mood–Cycle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Maps mood patterns against menstrual cycle phases — revealing hormonal connections women never knew existed.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ECC71"/>
                </a:solidFill>
                <a:latin typeface="Calibri"/>
              </a:defRPr>
            </a:pPr>
            <a:r>
              <a:t>🥗  PCOS Diet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Indian-cuisine focused meal plans: low GI rotis, millets, anti-inflammatory sabzis — not Western kale smoothies.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02336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5B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5B7D1"/>
                </a:solidFill>
                <a:latin typeface="Calibri"/>
              </a:defRPr>
            </a:pPr>
            <a:r>
              <a:t>🏥  Gynecologist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Locate PCOS-specialist doctors nearby with ratings, availability, and direct appointment booking.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023360"/>
            <a:ext cx="34747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C44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C44569"/>
                </a:solidFill>
                <a:latin typeface="Calibri"/>
              </a:defRPr>
            </a:pPr>
            <a:r>
              <a:t>📱  Shareable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Generate PDF health reports to share with doctors — no more explaining months of symptoms in a 5-min consultation.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051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F6B9D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HTML5 / CSS3 / JavaScript</a:t>
            </a:r>
            <a:br/>
            <a:r>
              <a:t>Responsive Mobile-First UI</a:t>
            </a:r>
            <a:br/>
            <a:r>
              <a:t>Progressive Web App (PWA)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029200" cy="1051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4ECDC4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Rule-Based AI Risk Engine</a:t>
            </a:r>
            <a:br/>
            <a:r>
              <a:t>Symptom Pattern Analyser</a:t>
            </a:r>
            <a:br/>
            <a:r>
              <a:t>Recommendation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029200" cy="1051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690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Local Storage (Privacy-First)</a:t>
            </a:r>
            <a:br/>
            <a:r>
              <a:t>Encrypted User Profiles</a:t>
            </a:r>
            <a:br/>
            <a:r>
              <a:t>Symptom History &amp; Trends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5029200" cy="10515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Integration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3035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Doctor Directory API</a:t>
            </a:r>
            <a:br/>
            <a:r>
              <a:t>Diet &amp; Exercise Database</a:t>
            </a:r>
            <a:br/>
            <a:r>
              <a:t>Notification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029200" cy="5029200"/>
          </a:xfrm>
          <a:prstGeom prst="roundRect">
            <a:avLst/>
          </a:prstGeom>
          <a:solidFill>
            <a:srgbClr val="F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44569"/>
                </a:solidFill>
                <a:latin typeface="Calibri"/>
              </a:defRPr>
            </a:pPr>
            <a:r>
              <a:t>🛡️  Privacy &amp; Security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148840"/>
            <a:ext cx="13716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All data stored locally on user's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Zero data transmission without explicit consent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No third-party tracking or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886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User can export or delete all data anytime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HIPAA-aligned data handling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92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🔒  End-to-end encryption for cloud sync (future)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4406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7F8C8D"/>
                </a:solidFill>
                <a:latin typeface="Calibri"/>
              </a:defRPr>
            </a:pPr>
            <a:r>
              <a:t>Scalable to: Flutter / React Native mobile apps</a:t>
            </a:r>
            <a:br/>
            <a:r>
              <a:t>Future: Firebase backend + ML model upgrade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2C3E50"/>
                </a:solidFill>
                <a:latin typeface="Calibri"/>
              </a:defRPr>
            </a:pPr>
            <a: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From a prototype to a platform that transforms women's healthcare across India and beyond.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40233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6B9D"/>
                </a:solidFill>
                <a:latin typeface="Calibri"/>
              </a:defRPr>
            </a:pPr>
            <a:r>
              <a:t>Phase 1 — 3–6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Core app with AI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Symptom tracking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Community testing &amp;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Validation with gynecologists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40233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4ECDC4"/>
                </a:solidFill>
                <a:latin typeface="Calibri"/>
              </a:defRPr>
            </a:pPr>
            <a:r>
              <a:t>Phase 2 — 6–12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Healthcare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Doctor appointment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20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Lab test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Pharmacy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Regional language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520440" cy="40233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3 — 12–24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Platform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Telemedicine consultations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20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Machine learning model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Wearable device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→  Government health scheme tie-ups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5B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080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🌏  Long-term: Expand to Southeast Asia &amp; Middle East — regions with similar PCOS prevalence and smartphone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4572000" cy="457200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500"/>
              </a:lnSpc>
              <a:spcAft>
                <a:spcPts val="0"/>
              </a:spcAft>
              <a:defRPr sz="5000" b="0">
                <a:solidFill>
                  <a:srgbClr val="2C3E50"/>
                </a:solidFill>
                <a:latin typeface="Calibri"/>
              </a:defRPr>
            </a:pPr>
            <a:r>
              <a:t>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FF6B9D"/>
                </a:solidFill>
                <a:latin typeface="Calibri"/>
              </a:defRPr>
            </a:pPr>
            <a:r>
              <a:t>HormoCare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606040"/>
            <a:ext cx="210312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"Every woman deserves to know her body.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Every symptom deserves to be heard.</a:t>
            </a:r>
          </a:p>
          <a:p>
            <a:pPr algn="ctr"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Every diagnosis deserves to come early."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9D"/>
                </a:solidFill>
                <a:latin typeface="Calibri"/>
              </a:defRPr>
            </a:pPr>
            <a:r>
              <a:t>Let's build preventive healthcare —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Thank you for your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